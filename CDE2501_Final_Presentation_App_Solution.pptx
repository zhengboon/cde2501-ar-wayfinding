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/>
            </a:pPr>
            <a:r>
              <a:t>AR Wayfinding for Queenstown's Elderly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CDE2501 Sustainable Systems for Liveable Cities</a:t>
            </a:r>
          </a:p>
          <a:p>
            <a:r>
              <a:t>Group 2 — Queenstown</a:t>
            </a:r>
          </a:p>
          <a:p>
            <a:r>
              <a:t>AY 2025-2026 Semester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Site Analysis: Queenstown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Singapore's first satellite town — developed in the 1950s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Mature estate with over 70 years of history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Super-aged: 22.6% of residents are 65+ years old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Part of HDB's Health District @ Queenstown initiative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NUS-NUHS collaboration area for healthy ageing research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URA Master Plan 2019: increased redevelopment, stronger MRT planning, healthcare emphasis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Site Analysis: Physical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Site area: 159,301 m² | Perimeter: 1,645 m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Elevation range: Min 6.6m, Median 15.3m, Max 24.76m (8.7m difference)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Hilly terrain with constant uphill routes between blocks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Older flat layouts with narrow corridors (insufficient for wheelchairs)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Limited or poorly sheltered walkways between blocks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Cluttered common areas — overflowing recycling, motorcycles on walkways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Dementia Wayfinding Murals at Stirling View (existing community effort)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Site Analysis: Who Lives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22.6% aged 65+ — classified as super-aged estate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65.6% working adults (15-64 years)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Key landmarks: Queenstown MRT, Mei Ling Market &amp; Food Centre, Queenstown Polyclinic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Lions Befrienders and Care Corner — active social service presence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Mixed land use: residential, commercial, health &amp; medical, religious, recreational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Strong MRT connectivity but poor last-mile within the estate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"In Queenstown's interconnected HDB blocks, inconsistent level connections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and poor spatial legibility produce unsafe and disorienting navigation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conditions that disproportionately impact wheelchair users, dementia patients,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cane users, and medically challenged elderly residents, heightening fall risk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and undermining barrier-free mobility."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Root causes: 8.7m elevation change, limited ramps, poor signage, narrow corridors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Problem Analysis: Who Is Affected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Wheelchair users: 8.7m elevation climb, no nearby ramps, constant uphill → limited independence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Dementia patients: repetitive layout, long detour routes → increased confusion, anxiety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Cane/walking aid users: steep terrain, stair-heavy routes → higher fall risk, fatigue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Medically challenged elderly: exhausting travel routes → avoid leaving home, social isolation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Caregivers: physical strain assisting uphill, emotional stress burden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Town Council: resident complaints, upgrade cost pressure, safety liability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Systems Thinking: Causal Loop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Reinforcing Loop (R1): Mobility Barriers → Risk of Safety Hazards → Reduced Use of Public Spaces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→ Less Local Stewardship → More Clutter → More Passive Common Areas → More Barriers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Balancing Loop (B1): Mobility Barriers → Demand for Wayfinding Improvements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→ Better Signage → Reduced Safety Hazards → Improved Quality of Life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Our intervention targets B1: improving wayfinding effectiveness to reduce safety hazards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Framing: Why Digital Wayfinding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Physical infrastructure (ramps, lifts) costs $200-400K per installation, takes years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Signage helps but is static — doesn't adapt to individual needs or conditions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22.6% elderly population needs guidance NOW, not in 5 years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Digital wayfinding: zero infrastructure cost, instant deployment, personalized routes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Collects walking data that INFORMS future physical infrastructure investment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Aligns with Health District @ Queenstown vision of technology-enabled healthy ageing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Solution: AR Wayfinding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Flight-tracker AR view: point phone at destination → see name, distance, ETA on camera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Safety-weighted routing: avoids stairs for wheelchairs, steep slopes for elderly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Minimap with heading arrow: always know which direction you're facing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Two profiles: Elderly (1.0 m/s) and Wheelchair (0.8 m/s) with rain mode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Works on any Android phone with GPS + compass — no special hardware needed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Data syncs from Google Drive — updates without reinstalling the 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Solution: Crowd-Sourced Walking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Record labeled paths: testers walk from A to B, GPS breadcrumbs saved every 1 second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Auto-screenshots on heading changes (&gt;30°) + every 10 seconds + manual Snap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Telemetry CSV: GPS, heading, altitude, floor estimate, GPS accuracy, loss detection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Saved paths show where elderly ACTUALLY walk vs. where planners think they walk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Data feeds back to HDB: evidence for ramp placement, walkway sheltering, signage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Share button sends telemetry via Drive/email — no technical knowledge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How It Works: 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1. Open app → data downloads from Google Drive (3MB, takes seconds)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2. Select destination: 'Mei Ling Hawker Centre'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3. App calculates safest route avoiding stairs and steep slopes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4. AR view shows direction arrow on camera — follow it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5. Minimap shows progress with heading indicator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6. Tap 'Record Path' to save the walk for future graph improvement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7. Arrive. Total guided time shown. Path saved for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Solution Evaluation: Stakeholder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Wheelchair users: routes avoid stairs entirely → independent mobility restored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Dementia patients: AR arrows + familiar landmarks → reduced confusion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Cane users: flat/gentle routes prioritized → lower fall risk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Caregivers: can send elderly independently → reduced physical &amp; emotional burden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HDB/Town Council: real walking data → evidence-based infrastructure planning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Health District @ Queenstown: technology-enabled ageing in place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Solution Evaluation: Trade-offs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Requires smartphone: many elderly (70-90 years) lack digital literacy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→ Mitigation: family/caregiver sets up the app once, elderly follows AR arrows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GPS unreliable between tall blocks: 10-30m drift in signal shadow zones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→ Mitigation: dead reckoning fallback planned (compass + step counting)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Can't fix physical terrain: if no ramp exists, no alternative path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→ Mitigation: walking data identifies exactly WHERE ramps are needed most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No indoor navigation yet: corridors and lift lobbies need BLE/WiFi positioning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Impact: Social, Environmental, Economic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Social: reduces isolation (elderly leave home more), builds independence, dementia-friendly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Environmental: encourages walking over motorized transport, zero emissions from app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Economic: $0 infrastructure cost vs. $200-400K per ramp installation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App deployment: free (Google Drive hosting, no server needed)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Data collection: replaces expensive walking audits ($50-100K consultant studies)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  Scalable: same app works in any HDB estate — just update the graph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Queenstown's elderly face unsafe, exhausting, disorienting daily navigation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Physical fixes (ramps, lifts) are expensive and slow — 5+ year timeline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AR wayfinding provides immediate, personalized, data-collecting guidance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Every walk recorded improves the system — crowd-sourced path optimization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The app doesn't replace infrastructure — it makes infrastructure investment smarter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Digital wayfinding companion for the Health District @ Queenstown initiative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