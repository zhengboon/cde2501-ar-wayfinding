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CDE2501 AR Wayfinding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the Program Works</a:t>
            </a:r>
          </a:p>
          <a:p>
            <a:r>
              <a:t>An AR navigation MVP prioritizing elderly and wheelchair-accessible routing.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it is: An Augmented Reality wayfinding app built in Unity.</a:t>
            </a:r>
          </a:p>
          <a:p>
            <a:r>
              <a:t>Target Areas: Queenstown estate and NUS Engineering campus.</a:t>
            </a:r>
          </a:p>
          <a:p>
            <a:r>
              <a:t>Goal: Provide safe, elderly-first, and barrier-free routing.</a:t>
            </a:r>
          </a:p>
          <a:p>
            <a:r>
              <a:t>Cross-Platform: Targets Android (ARCore) and iOS (ARKit).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 Guidance: 3D arrows overlaid on the camera feed.</a:t>
            </a:r>
          </a:p>
          <a:p>
            <a:r>
              <a:t>Minimap Overlay: Top-down view highlighting the path.</a:t>
            </a:r>
          </a:p>
          <a:p>
            <a:r>
              <a:t>Multi-Area Support: Dynamic switching between local map graphs.</a:t>
            </a:r>
          </a:p>
          <a:p>
            <a:r>
              <a:t>Safety-Weighted Routing: Profiles for Elderly (1.0m/s) and Wheelchair (0.8m/s).</a:t>
            </a:r>
          </a:p>
          <a:p>
            <a:r>
              <a:t>Telemetry Recording: Live GPS/Compass logging to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How Routing Works (The Brain)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Weighted A* (A-Star) pathfinding on a node-edge graph.</a:t>
            </a:r>
          </a:p>
          <a:p>
            <a:r>
              <a:t>Data: The graph (estate_graph.json) holds walkable paths.</a:t>
            </a:r>
          </a:p>
          <a:p>
            <a:r>
              <a:t>Profiles: Edges are evaluated based on user Safety Profiles.</a:t>
            </a:r>
          </a:p>
          <a:p>
            <a:r>
              <a:t>Execution: System anchors the user to the closest start node and computes the path to the destination.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Generation Pipeline (Offline)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Tiles: Fetched via OneMap API, Google Maps, or OSM.</a:t>
            </a:r>
          </a:p>
          <a:p>
            <a:r>
              <a:t>Graph Gen: Python scripts (generate_osm_graph_from_kml.py) parse KML boundaries into interconnected nodes/edges.</a:t>
            </a:r>
          </a:p>
          <a:p>
            <a:r>
              <a:t>Street View: Can download Street View panoramas corresponding to walking routes.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Sensors &amp; Locomotion (Runtime)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Sensors: Native GPS and Compass heavily smoothed for AR stability.</a:t>
            </a:r>
          </a:p>
          <a:p>
            <a:r>
              <a:t>Simulation Mode: WASD walking and camera rotation overrides sensors for laptop testing.</a:t>
            </a:r>
          </a:p>
          <a:p>
            <a:r>
              <a:t>Auto-Refresh: If the user strays &gt; 2.0m off-path, the route calculates a new path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Telemetry &amp; Field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Recorder: Toggle Rec: ON/OFF in the UI.</a:t>
            </a:r>
          </a:p>
          <a:p>
            <a:r>
              <a:t>Data Logged: Time, Lat, Lon, Heading, StartNode, Destination, RouteDistance into local device CSV files.</a:t>
            </a:r>
          </a:p>
          <a:p>
            <a:r>
              <a:t>Post-analysis: Used to validate safety of routes and refine pathfinding edge weights based on real-world walking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Summary of the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Launch: Load map graph into memory.</a:t>
            </a:r>
          </a:p>
          <a:p>
            <a:r>
              <a:t>2. Context: Lock onto GPS/Compass; determine start node.</a:t>
            </a:r>
          </a:p>
          <a:p>
            <a:r>
              <a:t>3. Selection: User picks destination.</a:t>
            </a:r>
          </a:p>
          <a:p>
            <a:r>
              <a:t>4. Computation: A* determines safest path.</a:t>
            </a:r>
          </a:p>
          <a:p>
            <a:r>
              <a:t>5. Guidance: Render AR arrows and Minimap progress.</a:t>
            </a:r>
          </a:p>
          <a:p>
            <a:r>
              <a:t>6. Arrival: Complete at destination map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