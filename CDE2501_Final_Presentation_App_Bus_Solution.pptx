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/>
            </a:pPr>
            <a:r>
              <a:t>AR Wayfinding + Intra-Estate Shuttle</a:t>
            </a:r>
          </a:p>
          <a:p>
            <a:pPr>
              <a:defRPr sz="3600" b="1"/>
            </a:pPr>
            <a:r>
              <a:t>for Queenstown's Elderly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CDE2501 Sustainable Systems for Liveable Cities</a:t>
            </a:r>
          </a:p>
          <a:p>
            <a:r>
              <a:t>Group 2 — Queenstown</a:t>
            </a:r>
          </a:p>
          <a:p>
            <a:r>
              <a:t>AY 2025-2026 Semester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Site Analysis: Queenstown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Singapore's first satellite town — developed in the 1950s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Mature estate with over 70 years of history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Super-aged: 22.6% of residents are 65+ years old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Part of HDB's Health District @ Queenstown initiative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NUS-NUHS collaboration area for healthy ageing research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URA Master Plan 2019: increased redevelopment, stronger MRT planning, healthcare emphasis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Site Analysis: Physical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Site area: 159,301 m² | Perimeter: 1,645 m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Elevation range: Min 6.6m, Median 15.3m, Max 24.76m (8.7m difference)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Hilly terrain with constant uphill routes between blocks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Older flat layouts with narrow corridors (insufficient for wheelchairs)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Limited or poorly sheltered walkways between blocks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9-minute walk from hilltop blocks to MRT — exhausting for elderly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Lack of ramps or lifts makes it incredibly difficult for limited mobility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Site Analysis: Who Lives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22.6% aged 65+ — classified as super-aged estate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65.6% working adults (15-64 years)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Key landmarks: Queenstown MRT, Mei Ling Market &amp; Food Centre, Queenstown Polyclinic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Lions Befrienders and Care Corner — active social service presence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Strong MRT connectivity but poor last-mile within the estate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Medically challenged elderly avoid leaving home due to exhausting routes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"In Queenstown's interconnected HDB blocks, inconsistent level connections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and poor spatial legibility produce unsafe and disorienting navigation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conditions that disproportionately impact wheelchair users, dementia patients,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cane users, and medically challenged elderly residents, heightening fall risk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and undermining barrier-free mobility."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Two root causes: PHYSICAL barrier (8.7m elevation, no ramps) + COGNITIVE barrier (poor signage, confusing layout)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Problem Analysis: Who Is Affected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Wheelchair users: 8.7m elevation climb, no nearby ramps → limited independence, greater caregiver reliance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Dementia patients: repetitive layout, long detours → increased confusion, higher anxiety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Cane/walking aid users: steep terrain, stair-heavy routes → higher fall risk, avoid essential trips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Medically challenged elderly: exhausting routes → avoid leaving home, reduced healthcare access, social isolation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Caregivers: physical strain pushing uphill, emotional stress burden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Town Council: resident complaints, upgrade cost pressure, safety liability risks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Systems Thinking: Causal Loop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Reinforcing Loop (R1): Mobility Barriers → Safety Hazards → Reduced Use of Public Spaces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  → Less Stewardship → More Clutter → More Passive Areas → Worse Barriers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Balancing Loop (B1): Barriers → Demand for Improvements → Better Wayfinding → Reduced Hazards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Our solution targets BOTH loops: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  Digital wayfinding (B1) — improves navigation effectiveness immediately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  Shuttle bus (R1) — breaks the physical barrier that keeps elderly home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Framing: Two Problems Need Two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COGNITIVE barrier: 'I don't know which way is safe'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  → Digital wayfinding with AR guidance, safety-weighted routing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PHYSICAL barrier: 'I physically cannot climb this hill'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  → Intra-estate shuttle eliminates the 8.7m climb entirely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Neither solution alone is sufficient: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  App without bus: routes around stairs, but if no flat path exists, elderly still can't move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  Bus without app: gets elderly to the area, but last-mile from stop to destination still confusing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Solution Part 1: AR Wayfinding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Flight-tracker AR view: point phone at destination → see name, distance, ETA on camera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Safety-weighted routing: avoids stairs for wheelchairs, steep slopes for elderly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Minimap with heading arrow: always know which direction you're facing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Two profiles: Elderly (1.0 m/s) and Wheelchair (0.8 m/s) with rain mode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Record walking paths: GPS breadcrumbs every 1s + auto-screenshots at turns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Google Drive sync: data updates without reinstalling, telemetry shared from device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Works on any Android phone — no special hardware needed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Solution Part 2: Intra-Estate Shuttle Bus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Electric minibus (8-12 seats, wheelchair ramp, low-floor boarding)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Circular loop: Queenstown MRT → Mei Ling Hawker → Hilltop Blocks → Stirling Road → MRT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~1.6km route, 5-6 minute loop, 10-minute frequency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Free for residents aged 65+ (subsidized by Town Council / Health District funding)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4 stops at key locations: MRT (7m), Hawker (15m), Hilltop (22m), Stirling (8m)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Precedent: HDB trialled intra-town shuttles in Teck Ghee and Bukit Panjang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Eliminates the 8.7m climb — the biggest physical barrier in the estate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The Integrated System: App + Bus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Current journey: Block 163 → Hawker Centre = 9 min uphill, exhausting, confusing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With integrated system: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1. Open app, tap 'Mei Ling Hawker Centre'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2. App says: 'Bus Stop B — 1 min walk, flat, sheltered'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3. AR arrow guides to bus stop (60m, no stairs)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4. Bus arrives in 4 min, ride 3 min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5. Get off, AR guides 20m to hawker entrance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6. Total: 2 min walking + 3 min bus. Zero stairs. Zero confusion.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App Data Informs Bus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GPS trails show where elderly actually walk → identifies high-traffic routes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Heading changes reveal confusion points → needs signage or landmarks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Path avoidance patterns show which stairs/slopes are unused → ramp priority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Time-of-day patterns reveal peak elderly movement hours → bus schedule optimization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Wheelchair vs elderly profile usage → which routes need wheelchair ramps vs handrails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The app is a free, continuous, crowd-sourced mobility survey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HDB currently pays $50-100K for consultant walking audits — app does it automatically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Solution Evaluation: Stakeholder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Wheelchair users: bus eliminates climb + app finds flat path to stop → full independence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Dementia patients: AR guidance reduces confusion + bus reduces distance walked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Cane users: bus handles steep segments + app avoids remaining stairs → lower fall risk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Medically challenged: bus stop within 1 min of any block → no longer avoid leaving home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Caregivers: can send elderly independently → reduced physical &amp; emotional burden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HDB/Town Council: real walking data → evidence-based infrastructure planning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Solution Evaluation: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App requires smartphone: many elderly lack digital literacy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  → Mitigation: family sets up once, elderly follows simple AR arrows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Bus costs $500-700K Year 1 + $100-150K/year operating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  → Mitigation: Health District funding; app data proves demand to justify investment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Bus has fixed route — can't serve every block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  → Mitigation: app handles last-mile from any block to the nearest stop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Low ridership risk (precedent from other estates)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  → Mitigation: app telemetry measures actual usage — adjust or cancel if underperforming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Impact: Social, Environmental, Economic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Social: reduces isolation, builds independence, dementia-friendly, inclusive for all mobility levels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Environmental: electric bus = zero emissions; app encourages walking for able-bodied segments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Economic: app costs $0 to operate; bus justified by data (not guesswork)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  Combined: cheaper than building ramps everywhere ($200-400K each)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  App data replaces expensive consultant walking audits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  Scalable: same app + bus model can be replicated in other super-aged estates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Why Both, Not Just 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App only: routes elderly around stairs for 9 min uphill — still exhausting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Bus only: gets to the area, but last-mile is still confusing, no data collected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App + Bus: 2 min flat walk + 3 min ride — zero stairs, zero confusion, data flowing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The app makes the bus SMARTER (data-driven route/stop planning)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The bus makes the app USEFUL (reduces 9 min walk to 1 min walk to stop)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Together: no elderly resident is more than 2 minutes from accessible transport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Queenstown's elderly face two barriers: physical (terrain) and cognitive (navigation)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The AR wayfinding app solves the cognitive barrier immediately, at zero cost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The intra-estate shuttle solves the physical barrier — eliminates the 8.7m climb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The app's walking data justifies the bus investment with evidence, not assumptions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Together: a complete, integrated mobility system for Singapore's first Health District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Digital guidance + accessible transport = independent, confident, connected elderly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